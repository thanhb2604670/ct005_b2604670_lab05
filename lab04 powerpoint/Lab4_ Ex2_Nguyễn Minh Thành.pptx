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custShowLst>
    <p:custShow name="KHTN" id="0">
      <p:sldLst>
        <p:sld r:id="rId2"/>
        <p:sld r:id="rId3"/>
        <p:sld r:id="rId4"/>
        <p:sld r:id="rId5"/>
        <p:sld r:id="rId6"/>
        <p:sld r:id="rId7"/>
        <p:sld r:id="rId8"/>
        <p:sld r:id="rId9"/>
        <p:sld r:id="rId10"/>
        <p:sld r:id="rId15"/>
      </p:sldLst>
    </p:custShow>
    <p:custShow name="CNTT" id="1">
      <p:sldLst>
        <p:sld r:id="rId2"/>
        <p:sld r:id="rId3"/>
        <p:sld r:id="rId4"/>
        <p:sld r:id="rId5"/>
        <p:sld r:id="rId6"/>
        <p:sld r:id="rId11"/>
        <p:sld r:id="rId12"/>
        <p:sld r:id="rId13"/>
        <p:sld r:id="rId14"/>
        <p:sld r:id="rId15"/>
      </p:sldLst>
    </p:custShow>
  </p:custShow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9" autoAdjust="0"/>
    <p:restoredTop sz="94660"/>
  </p:normalViewPr>
  <p:slideViewPr>
    <p:cSldViewPr snapToGrid="0">
      <p:cViewPr>
        <p:scale>
          <a:sx n="50" d="100"/>
          <a:sy n="50" d="100"/>
        </p:scale>
        <p:origin x="1704" y="6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2E429D8-311F-A67E-C0E4-49F320E59979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0040458" y="560945"/>
            <a:ext cx="1711319" cy="1711319"/>
          </a:xfrm>
          <a:prstGeom prst="rect">
            <a:avLst/>
          </a:prstGeom>
        </p:spPr>
      </p:pic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7482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vi-VN" dirty="0"/>
              <a:t>Giới thiệu Đại học Cần Thơ</a:t>
            </a:r>
            <a:endParaRPr lang="en-US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/>
                </a:solidFill>
                <a:latin typeface="K2D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32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Times New Roman" panose="02020603050405020304" pitchFamily="18" charset="0"/>
        <a:buChar char="-"/>
        <a:defRPr sz="28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Times New Roman" panose="02020603050405020304" pitchFamily="18" charset="0"/>
        <a:buChar char="+"/>
        <a:defRPr sz="24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Wingdings" panose="05000000000000000000" pitchFamily="2" charset="2"/>
        <a:buChar char="§"/>
        <a:defRPr sz="22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Wingdings" panose="05000000000000000000" pitchFamily="2" charset="2"/>
        <a:buChar char="ü"/>
        <a:defRPr sz="20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it.ctu.edu.vn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AD83E-5F80-BDF5-2568-A35EE5A947AD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751012" y="1300785"/>
            <a:ext cx="8689976" cy="2509213"/>
          </a:xfrm>
        </p:spPr>
        <p:txBody>
          <a:bodyPr>
            <a:normAutofit/>
          </a:bodyPr>
          <a:lstStyle/>
          <a:p>
            <a:r>
              <a:rPr lang="en-US" sz="4800" dirty="0"/>
              <a:t>ĐẠI HỌC CẦN THƠ - QUÁ TRÌNH HÌNH THÀNH VÀ PHÁT TRIỂN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E6FC9F-6E02-647D-584F-60CE4183EE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3943350"/>
            <a:ext cx="8689976" cy="1371599"/>
          </a:xfrm>
        </p:spPr>
        <p:txBody>
          <a:bodyPr/>
          <a:lstStyle/>
          <a:p>
            <a:r>
              <a:rPr lang="en-US" b="1" dirty="0"/>
              <a:t>TS. NGUYỄN VĂN A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05F4009-CFC5-CB7B-DC0B-5EB0CA92013A}"/>
              </a:ext>
            </a:extLst>
          </p:cNvPr>
          <p:cNvSpPr txBox="1">
            <a:spLocks/>
          </p:cNvSpPr>
          <p:nvPr/>
        </p:nvSpPr>
        <p:spPr>
          <a:xfrm>
            <a:off x="1031251" y="5921375"/>
            <a:ext cx="67482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3200" dirty="0"/>
              <a:t>Giới thiệu Đại học Cần Thơ</a:t>
            </a:r>
            <a:endParaRPr lang="en-US" sz="3200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7DE257C-598A-D03C-148B-16269BFDE469}"/>
              </a:ext>
            </a:extLst>
          </p:cNvPr>
          <p:cNvSpPr txBox="1">
            <a:spLocks/>
          </p:cNvSpPr>
          <p:nvPr/>
        </p:nvSpPr>
        <p:spPr>
          <a:xfrm>
            <a:off x="10631488" y="59213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b="1" kern="1200">
                <a:solidFill>
                  <a:schemeClr val="tx1"/>
                </a:solidFill>
                <a:latin typeface="K2D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22F896-40B5-4ADD-8801-0D06FADFA095}" type="slidenum">
              <a:rPr lang="en-US" sz="3600" smtClean="0"/>
              <a:pPr/>
              <a:t>1</a:t>
            </a:fld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6254916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AF33B-2701-F326-2037-D0934DF72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NỘI DUNG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FD061-9107-676B-28FE-10AA4F28046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/>
              <a:t>THỜI KỲ VIỆN ĐẠI HỌC CẦN THƠ (1966 - 1975)</a:t>
            </a:r>
          </a:p>
          <a:p>
            <a:r>
              <a:rPr lang="en-US" b="1" dirty="0"/>
              <a:t>ĐẠI HỌC CẦN THƠ GIAI ĐOẠN SAU NĂM 1975</a:t>
            </a:r>
          </a:p>
          <a:p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AF3C255-6104-E7A7-7492-ED1C72A5482E}"/>
              </a:ext>
            </a:extLst>
          </p:cNvPr>
          <p:cNvSpPr txBox="1">
            <a:spLocks/>
          </p:cNvSpPr>
          <p:nvPr/>
        </p:nvSpPr>
        <p:spPr>
          <a:xfrm>
            <a:off x="1031251" y="5921375"/>
            <a:ext cx="67482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3200" dirty="0"/>
              <a:t>Giới thiệu Đại học Cần Thơ</a:t>
            </a:r>
            <a:endParaRPr lang="en-US" sz="32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E0DE8E1-33AA-668F-9912-F05C36E614E4}"/>
              </a:ext>
            </a:extLst>
          </p:cNvPr>
          <p:cNvSpPr txBox="1">
            <a:spLocks/>
          </p:cNvSpPr>
          <p:nvPr/>
        </p:nvSpPr>
        <p:spPr>
          <a:xfrm>
            <a:off x="10631488" y="59213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b="1" kern="1200">
                <a:solidFill>
                  <a:schemeClr val="tx1"/>
                </a:solidFill>
                <a:latin typeface="K2D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22F896-40B5-4ADD-8801-0D06FADFA095}" type="slidenum">
              <a:rPr lang="en-US" sz="3600" smtClean="0"/>
              <a:pPr/>
              <a:t>2</a:t>
            </a:fld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2909774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18E9B-067E-E19C-9B10-AADA8C93F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THỜI KỲ VIỆN ĐẠI HỌC CẦN THƠ (1966 - 1975)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BB204-803B-9C0A-8460-031434FF0E7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300" dirty="0"/>
              <a:t>ĐƯỢC THÀNH LẬP NGÀY 31/3/1966</a:t>
            </a:r>
          </a:p>
          <a:p>
            <a:r>
              <a:rPr lang="en-US" sz="3300" dirty="0"/>
              <a:t>VIỆN ĐẠI HỌC CẦN THƠ CÓ 04 VIỆN THÀNH VIÊN:</a:t>
            </a:r>
          </a:p>
          <a:p>
            <a:pPr lvl="1"/>
            <a:r>
              <a:rPr lang="en-US" sz="2900" dirty="0"/>
              <a:t>	</a:t>
            </a:r>
            <a:r>
              <a:rPr lang="en-US" sz="2900" dirty="0" err="1"/>
              <a:t>Cách</a:t>
            </a:r>
            <a:r>
              <a:rPr lang="en-US" sz="2900" dirty="0"/>
              <a:t> KHOA HỌC</a:t>
            </a:r>
          </a:p>
          <a:p>
            <a:pPr lvl="1"/>
            <a:r>
              <a:rPr lang="en-US" sz="2900" dirty="0"/>
              <a:t>	LUẬT KHOA</a:t>
            </a:r>
          </a:p>
          <a:p>
            <a:pPr lvl="1"/>
            <a:r>
              <a:rPr lang="en-US" sz="2900" dirty="0"/>
              <a:t>	KHOA HỌC XÃ HỘI, VĂN KHOA</a:t>
            </a:r>
          </a:p>
          <a:p>
            <a:pPr lvl="1"/>
            <a:r>
              <a:rPr lang="en-US" sz="2900" dirty="0"/>
              <a:t>	CAO ĐẲNG NÔNG NGHIỆP VÀ...   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B79EE2-2A56-EC9E-38D9-8A7B442B2649}"/>
              </a:ext>
            </a:extLst>
          </p:cNvPr>
          <p:cNvSpPr txBox="1">
            <a:spLocks/>
          </p:cNvSpPr>
          <p:nvPr/>
        </p:nvSpPr>
        <p:spPr>
          <a:xfrm>
            <a:off x="1031251" y="5921375"/>
            <a:ext cx="67482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3200" dirty="0"/>
              <a:t>Giới thiệu Đại học Cần Thơ</a:t>
            </a:r>
            <a:endParaRPr lang="en-US" sz="3200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0FD4D7A-FD9D-E580-1642-D6300B373BE7}"/>
              </a:ext>
            </a:extLst>
          </p:cNvPr>
          <p:cNvSpPr txBox="1">
            <a:spLocks/>
          </p:cNvSpPr>
          <p:nvPr/>
        </p:nvSpPr>
        <p:spPr>
          <a:xfrm>
            <a:off x="10631488" y="59213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b="1" kern="1200">
                <a:solidFill>
                  <a:schemeClr val="tx1"/>
                </a:solidFill>
                <a:latin typeface="K2D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22F896-40B5-4ADD-8801-0D06FADFA095}" type="slidenum">
              <a:rPr lang="en-US" sz="3600" smtClean="0"/>
              <a:pPr/>
              <a:t>3</a:t>
            </a:fld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53256529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8A441-C2F0-C14F-9A9B-B794E20E7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THỜI KỲ VIỆN ĐẠI HỌC CẦN THƠ (1966 - 1975)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7720E-4622-7426-754B-1DCFA7302F2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CƠ SỞ VẬT CHẤT CỦA VIỆN ĐẠI HỌC CẦN THƠ TỌA LẠC TRÊN 4 ĐỊA ĐIỂM </a:t>
            </a:r>
          </a:p>
          <a:p>
            <a:pPr lvl="1"/>
            <a:r>
              <a:rPr lang="en-US" dirty="0"/>
              <a:t>TÒA VIỆN TRƯỞNG (SỐ 5, ĐẠI LỘ HÒA BÌNH)</a:t>
            </a:r>
          </a:p>
          <a:p>
            <a:pPr lvl="1"/>
            <a:r>
              <a:rPr lang="en-US" dirty="0"/>
              <a:t>KHU I (ĐƯỜNG 30/4)</a:t>
            </a:r>
          </a:p>
          <a:p>
            <a:pPr lvl="1"/>
            <a:r>
              <a:rPr lang="en-US" dirty="0"/>
              <a:t>KHU II (ĐƯỜNG 3/2)</a:t>
            </a:r>
          </a:p>
          <a:p>
            <a:pPr lvl="1"/>
            <a:r>
              <a:rPr lang="en-US" dirty="0"/>
              <a:t>KHU III (SỐ 1, LÝ TỰ TRỌNG)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A8E20-12C6-A3FA-D0FE-38BBA4F6A723}"/>
              </a:ext>
            </a:extLst>
          </p:cNvPr>
          <p:cNvSpPr txBox="1">
            <a:spLocks/>
          </p:cNvSpPr>
          <p:nvPr/>
        </p:nvSpPr>
        <p:spPr>
          <a:xfrm>
            <a:off x="1031251" y="5921375"/>
            <a:ext cx="67482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3200" dirty="0"/>
              <a:t>Giới thiệu Đại học Cần Thơ</a:t>
            </a:r>
            <a:endParaRPr lang="en-US" sz="3200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7396F0D-38F3-BF18-33B7-70CB272E9565}"/>
              </a:ext>
            </a:extLst>
          </p:cNvPr>
          <p:cNvSpPr txBox="1">
            <a:spLocks/>
          </p:cNvSpPr>
          <p:nvPr/>
        </p:nvSpPr>
        <p:spPr>
          <a:xfrm>
            <a:off x="10631488" y="59213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b="1" kern="1200">
                <a:solidFill>
                  <a:schemeClr val="tx1"/>
                </a:solidFill>
                <a:latin typeface="K2D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22F896-40B5-4ADD-8801-0D06FADFA095}" type="slidenum">
              <a:rPr lang="en-US" sz="3600" smtClean="0"/>
              <a:pPr/>
              <a:t>4</a:t>
            </a:fld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04394030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FF32C-8480-2C14-5711-261D1106E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ĐHCT GIAI ĐOẠN TỪ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C7240-E5E8-67F1-B999-322970533DA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VIỆN ĐẠI HỌC CẦN THƠ ĐƯỢC ĐỔI THÀNH </a:t>
            </a:r>
            <a:r>
              <a:rPr lang="en-US" dirty="0" err="1"/>
              <a:t>Đhct</a:t>
            </a:r>
            <a:r>
              <a:rPr lang="en-US" dirty="0"/>
              <a:t> </a:t>
            </a:r>
          </a:p>
          <a:p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đhct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nay </a:t>
            </a:r>
          </a:p>
          <a:p>
            <a:pPr lvl="1"/>
            <a:r>
              <a:rPr lang="en-US" dirty="0"/>
              <a:t>Khoa- </a:t>
            </a:r>
            <a:r>
              <a:rPr lang="en-US" dirty="0" err="1"/>
              <a:t>viện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Trung </a:t>
            </a:r>
            <a:r>
              <a:rPr lang="en-US" dirty="0" err="1"/>
              <a:t>tâm</a:t>
            </a:r>
            <a:r>
              <a:rPr lang="en-US" dirty="0"/>
              <a:t>-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tâm</a:t>
            </a:r>
            <a:r>
              <a:rPr lang="en-US" dirty="0"/>
              <a:t> </a:t>
            </a:r>
            <a:r>
              <a:rPr lang="en-US" dirty="0" err="1"/>
              <a:t>đào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Phòng</a:t>
            </a:r>
            <a:r>
              <a:rPr lang="en-US" dirty="0"/>
              <a:t> ban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đoàn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&amp; </a:t>
            </a:r>
            <a:r>
              <a:rPr lang="en-US" dirty="0" err="1"/>
              <a:t>Hội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1D3A1-2342-92AE-BAD6-0CEE57464346}"/>
              </a:ext>
            </a:extLst>
          </p:cNvPr>
          <p:cNvSpPr txBox="1">
            <a:spLocks/>
          </p:cNvSpPr>
          <p:nvPr/>
        </p:nvSpPr>
        <p:spPr>
          <a:xfrm>
            <a:off x="1031251" y="5921375"/>
            <a:ext cx="67482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3200" dirty="0"/>
              <a:t>Giới thiệu Đại học Cần Thơ</a:t>
            </a:r>
            <a:endParaRPr lang="en-US" sz="3200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17A7125-EB63-A34A-A972-4FC5AFCD0019}"/>
              </a:ext>
            </a:extLst>
          </p:cNvPr>
          <p:cNvSpPr txBox="1">
            <a:spLocks/>
          </p:cNvSpPr>
          <p:nvPr/>
        </p:nvSpPr>
        <p:spPr>
          <a:xfrm>
            <a:off x="10631488" y="59213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b="1" kern="1200">
                <a:solidFill>
                  <a:schemeClr val="tx1"/>
                </a:solidFill>
                <a:latin typeface="K2D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22F896-40B5-4ADD-8801-0D06FADFA095}" type="slidenum">
              <a:rPr lang="en-US" sz="3600" smtClean="0"/>
              <a:pPr/>
              <a:t>5</a:t>
            </a:fld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6211478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CD606-5693-4678-117F-5FF90AB55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ĐHCT GIAI ĐOẠN TỪ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23CDB-99F1-4E31-2FC7-6803B16A41D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Khoa </a:t>
            </a:r>
            <a:r>
              <a:rPr lang="en-US" b="1" dirty="0" err="1">
                <a:solidFill>
                  <a:srgbClr val="FF0000"/>
                </a:solidFill>
              </a:rPr>
              <a:t>khoa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học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tự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nhiên</a:t>
            </a:r>
            <a:endParaRPr lang="en-US" b="1" dirty="0">
              <a:solidFill>
                <a:srgbClr val="FF0000"/>
              </a:solidFill>
            </a:endParaRPr>
          </a:p>
          <a:p>
            <a:pPr lvl="1"/>
            <a:r>
              <a:rPr lang="en-US" dirty="0" err="1"/>
              <a:t>Ngày</a:t>
            </a:r>
            <a:r>
              <a:rPr lang="en-US" dirty="0"/>
              <a:t> 14/1/11998,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đhct</a:t>
            </a:r>
            <a:r>
              <a:rPr lang="en-US" dirty="0"/>
              <a:t> </a:t>
            </a:r>
            <a:r>
              <a:rPr lang="en-US" dirty="0" err="1"/>
              <a:t>khánh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khoa </a:t>
            </a:r>
            <a:r>
              <a:rPr lang="en-US" dirty="0" err="1"/>
              <a:t>khoa</a:t>
            </a:r>
            <a:r>
              <a:rPr lang="en-US" dirty="0"/>
              <a:t> </a:t>
            </a:r>
            <a:r>
              <a:rPr lang="en-US" dirty="0" err="1"/>
              <a:t>học</a:t>
            </a:r>
            <a:endParaRPr lang="en-US" dirty="0"/>
          </a:p>
          <a:p>
            <a:pPr lvl="1"/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chất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 12 </a:t>
            </a:r>
            <a:r>
              <a:rPr lang="en-US" dirty="0" err="1"/>
              <a:t>phòng</a:t>
            </a:r>
            <a:r>
              <a:rPr lang="en-US" dirty="0"/>
              <a:t> </a:t>
            </a:r>
            <a:r>
              <a:rPr lang="en-US" dirty="0" err="1"/>
              <a:t>thí</a:t>
            </a:r>
            <a:r>
              <a:rPr lang="en-US" dirty="0"/>
              <a:t> </a:t>
            </a:r>
            <a:r>
              <a:rPr lang="en-US" dirty="0" err="1"/>
              <a:t>nghiệm</a:t>
            </a:r>
            <a:r>
              <a:rPr lang="en-US" dirty="0"/>
              <a:t> (</a:t>
            </a:r>
            <a:r>
              <a:rPr lang="en-US" dirty="0" err="1"/>
              <a:t>ptn</a:t>
            </a:r>
            <a:r>
              <a:rPr lang="en-US" dirty="0"/>
              <a:t>)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, </a:t>
            </a:r>
            <a:r>
              <a:rPr lang="en-US" dirty="0" err="1"/>
              <a:t>hóa</a:t>
            </a:r>
            <a:r>
              <a:rPr lang="en-US" dirty="0"/>
              <a:t>,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lý</a:t>
            </a:r>
            <a:endParaRPr lang="en-US" dirty="0"/>
          </a:p>
          <a:p>
            <a:pPr lvl="2"/>
            <a:r>
              <a:rPr lang="en-US" dirty="0"/>
              <a:t> 06 </a:t>
            </a:r>
            <a:r>
              <a:rPr lang="en-US" dirty="0" err="1"/>
              <a:t>phòng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mạng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nhau</a:t>
            </a:r>
            <a:endParaRPr lang="en-US" dirty="0"/>
          </a:p>
          <a:p>
            <a:pPr lvl="2"/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AA7AB-FC7F-5C54-B0B9-56105D3E3E5E}"/>
              </a:ext>
            </a:extLst>
          </p:cNvPr>
          <p:cNvSpPr txBox="1">
            <a:spLocks/>
          </p:cNvSpPr>
          <p:nvPr/>
        </p:nvSpPr>
        <p:spPr>
          <a:xfrm>
            <a:off x="1031251" y="5921375"/>
            <a:ext cx="67482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3200" dirty="0"/>
              <a:t>Giới thiệu Đại học Cần Thơ</a:t>
            </a:r>
            <a:endParaRPr lang="en-US" sz="3200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AEF3BD6-E58F-E6AA-1A27-A61F0FCD4955}"/>
              </a:ext>
            </a:extLst>
          </p:cNvPr>
          <p:cNvSpPr txBox="1">
            <a:spLocks/>
          </p:cNvSpPr>
          <p:nvPr/>
        </p:nvSpPr>
        <p:spPr>
          <a:xfrm>
            <a:off x="10631488" y="59213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b="1" kern="1200">
                <a:solidFill>
                  <a:schemeClr val="tx1"/>
                </a:solidFill>
                <a:latin typeface="K2D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22F896-40B5-4ADD-8801-0D06FADFA095}" type="slidenum">
              <a:rPr lang="en-US" sz="3600" smtClean="0"/>
              <a:pPr/>
              <a:t>6</a:t>
            </a:fld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4258912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1504B-9864-F7CD-7304-B56F2016D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ĐHCT GIAI ĐOẠN TỪ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E50C8-3642-D617-DE71-90FCE5D3877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Khoa </a:t>
            </a:r>
            <a:r>
              <a:rPr lang="en-US" b="1" dirty="0" err="1">
                <a:solidFill>
                  <a:srgbClr val="FF0000"/>
                </a:solidFill>
              </a:rPr>
              <a:t>khoa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học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tự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nhiên</a:t>
            </a:r>
            <a:endParaRPr lang="en-US" b="1" dirty="0">
              <a:solidFill>
                <a:srgbClr val="FF0000"/>
              </a:solidFill>
            </a:endParaRPr>
          </a:p>
          <a:p>
            <a:pPr lvl="1"/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chất</a:t>
            </a:r>
            <a:endParaRPr lang="en-US" dirty="0"/>
          </a:p>
          <a:p>
            <a:pPr lvl="2"/>
            <a:r>
              <a:rPr lang="en-US" dirty="0" err="1"/>
              <a:t>Vp</a:t>
            </a:r>
            <a:r>
              <a:rPr lang="en-US" dirty="0"/>
              <a:t> khoa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xưởng</a:t>
            </a:r>
            <a:r>
              <a:rPr lang="en-US" dirty="0"/>
              <a:t> </a:t>
            </a:r>
            <a:r>
              <a:rPr lang="en-US" dirty="0" err="1"/>
              <a:t>sửa</a:t>
            </a:r>
            <a:r>
              <a:rPr lang="en-US" dirty="0"/>
              <a:t> </a:t>
            </a:r>
            <a:r>
              <a:rPr lang="en-US" dirty="0" err="1"/>
              <a:t>chữa</a:t>
            </a:r>
            <a:endParaRPr lang="en-US" dirty="0"/>
          </a:p>
          <a:p>
            <a:pPr lvl="2"/>
            <a:r>
              <a:rPr lang="en-US" dirty="0" err="1"/>
              <a:t>Năm</a:t>
            </a:r>
            <a:r>
              <a:rPr lang="en-US" dirty="0"/>
              <a:t> 2010,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tư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rộng</a:t>
            </a:r>
            <a:r>
              <a:rPr lang="en-US" dirty="0"/>
              <a:t> </a:t>
            </a:r>
            <a:r>
              <a:rPr lang="en-US" dirty="0" err="1"/>
              <a:t>khu</a:t>
            </a:r>
            <a:r>
              <a:rPr lang="en-US" dirty="0"/>
              <a:t> </a:t>
            </a:r>
            <a:r>
              <a:rPr lang="en-US" dirty="0" err="1"/>
              <a:t>ptn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khoa</a:t>
            </a:r>
          </a:p>
          <a:p>
            <a:pPr lvl="2"/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khu</a:t>
            </a:r>
            <a:r>
              <a:rPr lang="en-US" dirty="0"/>
              <a:t> </a:t>
            </a:r>
            <a:r>
              <a:rPr lang="en-US" dirty="0" err="1"/>
              <a:t>nhà</a:t>
            </a:r>
            <a:r>
              <a:rPr lang="en-US" dirty="0"/>
              <a:t> 3 </a:t>
            </a:r>
            <a:r>
              <a:rPr lang="en-US" dirty="0" err="1"/>
              <a:t>tầng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22 </a:t>
            </a:r>
            <a:r>
              <a:rPr lang="en-US" dirty="0" err="1"/>
              <a:t>phòng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298853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BE26A-7F86-8014-A263-F56508E45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ĐHCT GIAI ĐOẠN TỪ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2EA56-4E4A-4E89-0244-C374FA35116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Khoa </a:t>
            </a:r>
            <a:r>
              <a:rPr lang="en-US" b="1" dirty="0" err="1">
                <a:solidFill>
                  <a:srgbClr val="FF0000"/>
                </a:solidFill>
              </a:rPr>
              <a:t>khoa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học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tự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nhiên</a:t>
            </a:r>
            <a:endParaRPr lang="en-US" b="1" dirty="0">
              <a:solidFill>
                <a:srgbClr val="FF0000"/>
              </a:solidFill>
            </a:endParaRPr>
          </a:p>
          <a:p>
            <a:pPr lvl="1"/>
            <a:r>
              <a:rPr lang="en-US" dirty="0"/>
              <a:t>Khoa </a:t>
            </a:r>
            <a:r>
              <a:rPr lang="en-US" dirty="0" err="1"/>
              <a:t>khtn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nay </a:t>
            </a:r>
            <a:r>
              <a:rPr lang="en-US" dirty="0" err="1"/>
              <a:t>gồm</a:t>
            </a:r>
            <a:r>
              <a:rPr lang="en-US" dirty="0"/>
              <a:t> 04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môn</a:t>
            </a:r>
            <a:endParaRPr lang="en-US" dirty="0"/>
          </a:p>
          <a:p>
            <a:pPr lvl="2"/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học</a:t>
            </a:r>
            <a:endParaRPr lang="en-US" dirty="0"/>
          </a:p>
          <a:p>
            <a:pPr lvl="2"/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học</a:t>
            </a:r>
            <a:endParaRPr lang="en-US" dirty="0"/>
          </a:p>
          <a:p>
            <a:pPr lvl="2"/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học</a:t>
            </a:r>
            <a:endParaRPr lang="en-US" dirty="0"/>
          </a:p>
          <a:p>
            <a:pPr lvl="2"/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lý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1BBB1-29FD-D117-F8B0-54D937E71640}"/>
              </a:ext>
            </a:extLst>
          </p:cNvPr>
          <p:cNvSpPr txBox="1">
            <a:spLocks/>
          </p:cNvSpPr>
          <p:nvPr/>
        </p:nvSpPr>
        <p:spPr>
          <a:xfrm>
            <a:off x="1031251" y="5921375"/>
            <a:ext cx="67482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3200" dirty="0"/>
              <a:t>Giới thiệu Đại học Cần Thơ</a:t>
            </a:r>
            <a:endParaRPr lang="en-US" sz="3200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E925F18-8289-463E-BB21-211FED06BA30}"/>
              </a:ext>
            </a:extLst>
          </p:cNvPr>
          <p:cNvSpPr txBox="1">
            <a:spLocks/>
          </p:cNvSpPr>
          <p:nvPr/>
        </p:nvSpPr>
        <p:spPr>
          <a:xfrm>
            <a:off x="10631488" y="59213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b="1" kern="1200">
                <a:solidFill>
                  <a:schemeClr val="tx1"/>
                </a:solidFill>
                <a:latin typeface="K2D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22F896-40B5-4ADD-8801-0D06FADFA095}" type="slidenum">
              <a:rPr lang="en-US" sz="3600" smtClean="0"/>
              <a:pPr/>
              <a:t>8</a:t>
            </a:fld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37782189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3CF7C-B6FA-A8E6-8651-E9A2B646F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ĐHCT GIAI ĐOẠN TỪ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49AB0-FBF3-FABC-10FD-FEB520F1C37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Khoa </a:t>
            </a:r>
            <a:r>
              <a:rPr lang="en-US" b="1" dirty="0" err="1">
                <a:solidFill>
                  <a:srgbClr val="FF0000"/>
                </a:solidFill>
              </a:rPr>
              <a:t>khoa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học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tự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nhiên</a:t>
            </a:r>
            <a:endParaRPr lang="en-US" b="1" dirty="0">
              <a:solidFill>
                <a:srgbClr val="FF0000"/>
              </a:solidFill>
            </a:endParaRPr>
          </a:p>
          <a:p>
            <a:pPr lvl="1"/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đào</a:t>
            </a:r>
            <a:r>
              <a:rPr lang="en-US" dirty="0"/>
              <a:t> </a:t>
            </a:r>
            <a:r>
              <a:rPr lang="en-US" dirty="0" err="1"/>
              <a:t>tạo</a:t>
            </a:r>
            <a:endParaRPr lang="en-US" dirty="0"/>
          </a:p>
          <a:p>
            <a:pPr lvl="2"/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học</a:t>
            </a:r>
            <a:endParaRPr lang="en-US" dirty="0"/>
          </a:p>
          <a:p>
            <a:pPr lvl="2"/>
            <a:r>
              <a:rPr lang="en-US" dirty="0" err="1"/>
              <a:t>Sdh</a:t>
            </a:r>
            <a:r>
              <a:rPr lang="en-US" dirty="0"/>
              <a:t>: ….</a:t>
            </a:r>
          </a:p>
          <a:p>
            <a:pPr lvl="1"/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nckh</a:t>
            </a:r>
            <a:r>
              <a:rPr lang="en-US" dirty="0"/>
              <a:t>,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cáo</a:t>
            </a:r>
            <a:r>
              <a:rPr lang="en-US" dirty="0"/>
              <a:t> </a:t>
            </a:r>
            <a:r>
              <a:rPr lang="en-US" dirty="0" err="1"/>
              <a:t>chuyên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: ….</a:t>
            </a:r>
          </a:p>
          <a:p>
            <a:pPr lvl="1"/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đào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bồi</a:t>
            </a:r>
            <a:r>
              <a:rPr lang="en-US" dirty="0"/>
              <a:t> </a:t>
            </a:r>
            <a:r>
              <a:rPr lang="en-US" dirty="0" err="1"/>
              <a:t>dưỡng</a:t>
            </a:r>
            <a:r>
              <a:rPr lang="en-US" dirty="0"/>
              <a:t> </a:t>
            </a:r>
            <a:r>
              <a:rPr lang="en-US" dirty="0" err="1"/>
              <a:t>cán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: ….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2DEEA-4632-FEBC-A343-9578651985C1}"/>
              </a:ext>
            </a:extLst>
          </p:cNvPr>
          <p:cNvSpPr txBox="1">
            <a:spLocks/>
          </p:cNvSpPr>
          <p:nvPr/>
        </p:nvSpPr>
        <p:spPr>
          <a:xfrm>
            <a:off x="1031251" y="5921375"/>
            <a:ext cx="67482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3200" dirty="0"/>
              <a:t>Giới thiệu Đại học Cần Thơ</a:t>
            </a:r>
            <a:endParaRPr lang="en-US" sz="3200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94DFA7-5F30-057A-4F8B-8CBBDAE9CA5F}"/>
              </a:ext>
            </a:extLst>
          </p:cNvPr>
          <p:cNvSpPr txBox="1">
            <a:spLocks/>
          </p:cNvSpPr>
          <p:nvPr/>
        </p:nvSpPr>
        <p:spPr>
          <a:xfrm>
            <a:off x="10631488" y="59213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b="1" kern="1200">
                <a:solidFill>
                  <a:schemeClr val="tx1"/>
                </a:solidFill>
                <a:latin typeface="K2D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22F896-40B5-4ADD-8801-0D06FADFA095}" type="slidenum">
              <a:rPr lang="en-US" sz="3600" smtClean="0"/>
              <a:pPr/>
              <a:t>9</a:t>
            </a:fld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1009572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3D3FD-F787-ED27-1B9F-08CCE6984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ĐHCT GIAI ĐOẠN TỪ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885BC-E3C4-0E23-5B5D-C19AAEA6AE1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/>
          </a:bodyPr>
          <a:lstStyle/>
          <a:p>
            <a:r>
              <a:rPr lang="en-US" b="1" u="sng" dirty="0">
                <a:solidFill>
                  <a:srgbClr val="00B0F0"/>
                </a:solidFill>
                <a:hlinkClick r:id="rId2"/>
              </a:rPr>
              <a:t>Khoa </a:t>
            </a:r>
            <a:r>
              <a:rPr lang="en-US" b="1" u="sng" dirty="0" err="1">
                <a:solidFill>
                  <a:srgbClr val="00B0F0"/>
                </a:solidFill>
                <a:hlinkClick r:id="rId2"/>
              </a:rPr>
              <a:t>cntt</a:t>
            </a:r>
            <a:r>
              <a:rPr lang="en-US" b="1" u="sng" dirty="0">
                <a:solidFill>
                  <a:srgbClr val="00B0F0"/>
                </a:solidFill>
                <a:hlinkClick r:id="rId2"/>
              </a:rPr>
              <a:t> &amp; </a:t>
            </a:r>
            <a:r>
              <a:rPr lang="en-US" b="1" u="sng" dirty="0" err="1">
                <a:solidFill>
                  <a:srgbClr val="00B0F0"/>
                </a:solidFill>
                <a:hlinkClick r:id="rId2"/>
              </a:rPr>
              <a:t>tt</a:t>
            </a:r>
            <a:endParaRPr lang="en-US" b="1" u="sng" dirty="0">
              <a:solidFill>
                <a:srgbClr val="00B0F0"/>
              </a:solidFill>
            </a:endParaRPr>
          </a:p>
          <a:p>
            <a:pPr lvl="1"/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1994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tâm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tin </a:t>
            </a:r>
            <a:r>
              <a:rPr lang="en-US" dirty="0" err="1"/>
              <a:t>học</a:t>
            </a:r>
            <a:endParaRPr lang="en-US" dirty="0"/>
          </a:p>
          <a:p>
            <a:pPr lvl="1"/>
            <a:r>
              <a:rPr lang="en-US" dirty="0" err="1"/>
              <a:t>Nhiệm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khoa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đào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</a:p>
          <a:p>
            <a:pPr lvl="2"/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học</a:t>
            </a:r>
            <a:endParaRPr lang="en-US" dirty="0"/>
          </a:p>
          <a:p>
            <a:pPr lvl="2"/>
            <a:r>
              <a:rPr lang="en-US" dirty="0" err="1"/>
              <a:t>Nckh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chuyên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lĩnh</a:t>
            </a:r>
            <a:r>
              <a:rPr lang="en-US" dirty="0"/>
              <a:t> </a:t>
            </a:r>
            <a:r>
              <a:rPr lang="en-US" dirty="0" err="1"/>
              <a:t>vực</a:t>
            </a:r>
            <a:r>
              <a:rPr lang="en-US" dirty="0"/>
              <a:t> </a:t>
            </a:r>
            <a:r>
              <a:rPr lang="en-US" dirty="0" err="1"/>
              <a:t>cntt&amp;tt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C4B52-44DD-ED76-B7C6-759B2DF4E990}"/>
              </a:ext>
            </a:extLst>
          </p:cNvPr>
          <p:cNvSpPr txBox="1">
            <a:spLocks/>
          </p:cNvSpPr>
          <p:nvPr/>
        </p:nvSpPr>
        <p:spPr>
          <a:xfrm>
            <a:off x="1031251" y="5921375"/>
            <a:ext cx="67482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3200" dirty="0"/>
              <a:t>Giới thiệu Đại học Cần Thơ</a:t>
            </a:r>
            <a:endParaRPr lang="en-US" sz="3200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3ED8CCD-BC22-F640-193B-6B34201C6737}"/>
              </a:ext>
            </a:extLst>
          </p:cNvPr>
          <p:cNvSpPr txBox="1">
            <a:spLocks/>
          </p:cNvSpPr>
          <p:nvPr/>
        </p:nvSpPr>
        <p:spPr>
          <a:xfrm>
            <a:off x="10631488" y="59213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b="1" kern="1200">
                <a:solidFill>
                  <a:schemeClr val="tx1"/>
                </a:solidFill>
                <a:latin typeface="K2D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22F896-40B5-4ADD-8801-0D06FADFA095}" type="slidenum">
              <a:rPr lang="en-US" sz="3600" smtClean="0"/>
              <a:pPr/>
              <a:t>10</a:t>
            </a:fld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231858350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9E516-7BEC-C838-30D3-25CDFD1B4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ĐHCT GIAI ĐOẠN TỪ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9351B-0980-5EA3-C35F-6C5C381B5AC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Khoa </a:t>
            </a:r>
            <a:r>
              <a:rPr lang="en-US" b="1" dirty="0" err="1">
                <a:solidFill>
                  <a:srgbClr val="0000FF"/>
                </a:solidFill>
              </a:rPr>
              <a:t>cntt</a:t>
            </a:r>
            <a:r>
              <a:rPr lang="en-US" b="1" dirty="0">
                <a:solidFill>
                  <a:srgbClr val="0000FF"/>
                </a:solidFill>
              </a:rPr>
              <a:t> &amp; </a:t>
            </a:r>
            <a:r>
              <a:rPr lang="en-US" b="1" dirty="0" err="1">
                <a:solidFill>
                  <a:srgbClr val="0000FF"/>
                </a:solidFill>
              </a:rPr>
              <a:t>tt</a:t>
            </a:r>
            <a:endParaRPr lang="en-US" b="1" dirty="0">
              <a:solidFill>
                <a:srgbClr val="0000FF"/>
              </a:solidFill>
            </a:endParaRPr>
          </a:p>
          <a:p>
            <a:pPr lvl="1"/>
            <a:r>
              <a:rPr lang="en-US" dirty="0" err="1"/>
              <a:t>Tầm</a:t>
            </a:r>
            <a:r>
              <a:rPr lang="en-US" dirty="0"/>
              <a:t> </a:t>
            </a:r>
            <a:r>
              <a:rPr lang="en-US" dirty="0" err="1"/>
              <a:t>nhìn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2020</a:t>
            </a:r>
          </a:p>
          <a:p>
            <a:pPr lvl="2"/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đào</a:t>
            </a:r>
            <a:r>
              <a:rPr lang="en-US" dirty="0"/>
              <a:t> </a:t>
            </a:r>
            <a:r>
              <a:rPr lang="en-US" dirty="0" err="1"/>
              <a:t>tạo</a:t>
            </a:r>
            <a:endParaRPr lang="en-US" dirty="0"/>
          </a:p>
          <a:p>
            <a:pPr lvl="2"/>
            <a:r>
              <a:rPr lang="en-US" dirty="0" err="1"/>
              <a:t>Nghiên</a:t>
            </a:r>
            <a:r>
              <a:rPr lang="en-US" dirty="0"/>
              <a:t> </a:t>
            </a:r>
            <a:r>
              <a:rPr lang="en-US" dirty="0" err="1"/>
              <a:t>cứu</a:t>
            </a:r>
            <a:r>
              <a:rPr lang="en-US" dirty="0"/>
              <a:t> khoa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cntt&amp;tt</a:t>
            </a:r>
            <a:r>
              <a:rPr lang="en-US" dirty="0"/>
              <a:t> </a:t>
            </a:r>
            <a:r>
              <a:rPr lang="en-US" dirty="0" err="1"/>
              <a:t>mạnh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nước</a:t>
            </a:r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E7711-A382-B60E-A4A7-27AB598346E9}"/>
              </a:ext>
            </a:extLst>
          </p:cNvPr>
          <p:cNvSpPr txBox="1">
            <a:spLocks/>
          </p:cNvSpPr>
          <p:nvPr/>
        </p:nvSpPr>
        <p:spPr>
          <a:xfrm>
            <a:off x="1031251" y="5921375"/>
            <a:ext cx="67482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3200" dirty="0"/>
              <a:t>Giới thiệu Đại học Cần Thơ</a:t>
            </a:r>
            <a:endParaRPr lang="en-US" sz="3200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600A6D2-4441-E750-332B-C750D751825E}"/>
              </a:ext>
            </a:extLst>
          </p:cNvPr>
          <p:cNvSpPr txBox="1">
            <a:spLocks/>
          </p:cNvSpPr>
          <p:nvPr/>
        </p:nvSpPr>
        <p:spPr>
          <a:xfrm>
            <a:off x="10631488" y="59213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b="1" kern="1200">
                <a:solidFill>
                  <a:schemeClr val="tx1"/>
                </a:solidFill>
                <a:latin typeface="K2D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22F896-40B5-4ADD-8801-0D06FADFA095}" type="slidenum">
              <a:rPr lang="en-US" sz="3600" smtClean="0"/>
              <a:pPr/>
              <a:t>11</a:t>
            </a:fld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1545028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1E8B9-C8F0-32BC-7668-949585DEB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ĐHCT GIAI ĐOẠN TỪ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2B0BF-2C5A-882A-570E-41E3BA60A66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Khoa </a:t>
            </a:r>
            <a:r>
              <a:rPr lang="en-US" b="1" dirty="0" err="1">
                <a:solidFill>
                  <a:srgbClr val="0000FF"/>
                </a:solidFill>
              </a:rPr>
              <a:t>cntt</a:t>
            </a:r>
            <a:r>
              <a:rPr lang="en-US" b="1" dirty="0">
                <a:solidFill>
                  <a:srgbClr val="0000FF"/>
                </a:solidFill>
              </a:rPr>
              <a:t> &amp; </a:t>
            </a:r>
            <a:r>
              <a:rPr lang="en-US" b="1" dirty="0" err="1">
                <a:solidFill>
                  <a:srgbClr val="0000FF"/>
                </a:solidFill>
              </a:rPr>
              <a:t>tt</a:t>
            </a:r>
            <a:endParaRPr lang="en-US" b="1" dirty="0">
              <a:solidFill>
                <a:srgbClr val="0000FF"/>
              </a:solidFill>
            </a:endParaRPr>
          </a:p>
          <a:p>
            <a:pPr lvl="1"/>
            <a:r>
              <a:rPr lang="en-US" dirty="0"/>
              <a:t>Các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tâm</a:t>
            </a:r>
            <a:r>
              <a:rPr lang="en-US" dirty="0"/>
              <a:t> </a:t>
            </a:r>
          </a:p>
          <a:p>
            <a:pPr lvl="2"/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</a:t>
            </a:r>
          </a:p>
          <a:p>
            <a:pPr lvl="2"/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mạng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&amp; </a:t>
            </a:r>
            <a:r>
              <a:rPr lang="en-US" dirty="0" err="1"/>
              <a:t>truyền</a:t>
            </a:r>
            <a:r>
              <a:rPr lang="en-US" dirty="0"/>
              <a:t> </a:t>
            </a:r>
            <a:r>
              <a:rPr lang="en-US" dirty="0" err="1"/>
              <a:t>thông</a:t>
            </a:r>
            <a:endParaRPr lang="en-US" dirty="0"/>
          </a:p>
          <a:p>
            <a:pPr lvl="2"/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endParaRPr lang="en-US" dirty="0"/>
          </a:p>
          <a:p>
            <a:pPr lvl="2"/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khoa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endParaRPr lang="en-US" dirty="0"/>
          </a:p>
          <a:p>
            <a:pPr lvl="2"/>
            <a:endParaRPr lang="en-US" dirty="0"/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5F93DF-A808-BB03-5A0B-807A58B1177A}"/>
              </a:ext>
            </a:extLst>
          </p:cNvPr>
          <p:cNvSpPr txBox="1">
            <a:spLocks/>
          </p:cNvSpPr>
          <p:nvPr/>
        </p:nvSpPr>
        <p:spPr>
          <a:xfrm>
            <a:off x="1031251" y="5921375"/>
            <a:ext cx="67482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3200" dirty="0"/>
              <a:t>Giới thiệu Đại học Cần Thơ</a:t>
            </a:r>
            <a:endParaRPr lang="en-US" sz="3200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090ADEA-9DB8-F32B-A6F4-1E6AE0D49080}"/>
              </a:ext>
            </a:extLst>
          </p:cNvPr>
          <p:cNvSpPr txBox="1">
            <a:spLocks/>
          </p:cNvSpPr>
          <p:nvPr/>
        </p:nvSpPr>
        <p:spPr>
          <a:xfrm>
            <a:off x="10631488" y="59213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b="1" kern="1200">
                <a:solidFill>
                  <a:schemeClr val="tx1"/>
                </a:solidFill>
                <a:latin typeface="K2D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22F896-40B5-4ADD-8801-0D06FADFA095}" type="slidenum">
              <a:rPr lang="en-US" sz="3600" smtClean="0"/>
              <a:pPr/>
              <a:t>12</a:t>
            </a:fld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18654214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A8223-0888-C47E-BD98-04AE1A8C4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ĐHCT GIAI ĐOẠN TỪ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2234D-5974-8929-5CC5-DAFCC954E87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Khoa </a:t>
            </a:r>
            <a:r>
              <a:rPr lang="en-US" b="1" dirty="0" err="1">
                <a:solidFill>
                  <a:srgbClr val="0000FF"/>
                </a:solidFill>
              </a:rPr>
              <a:t>cntt</a:t>
            </a:r>
            <a:r>
              <a:rPr lang="en-US" b="1" dirty="0">
                <a:solidFill>
                  <a:srgbClr val="0000FF"/>
                </a:solidFill>
              </a:rPr>
              <a:t> &amp; </a:t>
            </a:r>
            <a:r>
              <a:rPr lang="en-US" b="1" dirty="0" err="1">
                <a:solidFill>
                  <a:srgbClr val="0000FF"/>
                </a:solidFill>
              </a:rPr>
              <a:t>tt</a:t>
            </a:r>
            <a:endParaRPr lang="en-US" b="1" dirty="0">
              <a:solidFill>
                <a:srgbClr val="0000FF"/>
              </a:solidFill>
            </a:endParaRPr>
          </a:p>
          <a:p>
            <a:pPr lvl="1"/>
            <a:r>
              <a:rPr lang="en-US" dirty="0"/>
              <a:t>Các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tâm</a:t>
            </a:r>
            <a:r>
              <a:rPr lang="en-US" dirty="0"/>
              <a:t> </a:t>
            </a:r>
          </a:p>
          <a:p>
            <a:pPr lvl="2"/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thôngtin</a:t>
            </a:r>
            <a:endParaRPr lang="en-US" dirty="0"/>
          </a:p>
          <a:p>
            <a:pPr lvl="2"/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tin </a:t>
            </a:r>
            <a:r>
              <a:rPr lang="en-US" dirty="0" err="1"/>
              <a:t>hộc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US" dirty="0"/>
          </a:p>
          <a:p>
            <a:pPr lvl="2"/>
            <a:r>
              <a:rPr lang="en-US" dirty="0" err="1"/>
              <a:t>Tổ</a:t>
            </a:r>
            <a:r>
              <a:rPr lang="en-US" dirty="0"/>
              <a:t> </a:t>
            </a:r>
            <a:r>
              <a:rPr lang="en-US" dirty="0" err="1"/>
              <a:t>văn</a:t>
            </a:r>
            <a:r>
              <a:rPr lang="en-US" dirty="0"/>
              <a:t> </a:t>
            </a:r>
            <a:r>
              <a:rPr lang="en-US" dirty="0" err="1"/>
              <a:t>phòng</a:t>
            </a:r>
            <a:endParaRPr lang="en-US" dirty="0"/>
          </a:p>
          <a:p>
            <a:pPr lvl="2"/>
            <a:r>
              <a:rPr lang="en-US" dirty="0"/>
              <a:t>Trung </a:t>
            </a:r>
            <a:r>
              <a:rPr lang="en-US" dirty="0" err="1"/>
              <a:t>tâm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&amp; tin </a:t>
            </a:r>
            <a:r>
              <a:rPr lang="en-US" dirty="0" err="1"/>
              <a:t>học</a:t>
            </a:r>
            <a:endParaRPr lang="en-US" dirty="0"/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8995E-9A52-D293-ECDB-139951B15E69}"/>
              </a:ext>
            </a:extLst>
          </p:cNvPr>
          <p:cNvSpPr txBox="1">
            <a:spLocks/>
          </p:cNvSpPr>
          <p:nvPr/>
        </p:nvSpPr>
        <p:spPr>
          <a:xfrm>
            <a:off x="1031251" y="5921375"/>
            <a:ext cx="67482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3200" dirty="0"/>
              <a:t>Giới thiệu Đại học Cần Thơ</a:t>
            </a:r>
            <a:endParaRPr lang="en-US" sz="3200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3068C9C-E0E8-7A01-6E6B-79B466D0FC1E}"/>
              </a:ext>
            </a:extLst>
          </p:cNvPr>
          <p:cNvSpPr txBox="1">
            <a:spLocks/>
          </p:cNvSpPr>
          <p:nvPr/>
        </p:nvSpPr>
        <p:spPr>
          <a:xfrm>
            <a:off x="10631488" y="59213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b="1" kern="1200">
                <a:solidFill>
                  <a:schemeClr val="tx1"/>
                </a:solidFill>
                <a:latin typeface="K2D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22F896-40B5-4ADD-8801-0D06FADFA095}" type="slidenum">
              <a:rPr lang="en-US" sz="3600" smtClean="0"/>
              <a:pPr/>
              <a:t>13</a:t>
            </a:fld>
            <a:endParaRPr lang="en-US" sz="3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643400-88BD-F5A4-2755-4D1DABDF753C}"/>
              </a:ext>
            </a:extLst>
          </p:cNvPr>
          <p:cNvSpPr txBox="1"/>
          <p:nvPr/>
        </p:nvSpPr>
        <p:spPr>
          <a:xfrm>
            <a:off x="4785360" y="27432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33429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0F95D-FC41-8B4F-1FB6-B80943234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1252" y="2782597"/>
            <a:ext cx="10364451" cy="1596177"/>
          </a:xfrm>
        </p:spPr>
        <p:txBody>
          <a:bodyPr/>
          <a:lstStyle/>
          <a:p>
            <a:r>
              <a:rPr lang="en-US" dirty="0" err="1"/>
              <a:t>Cảm</a:t>
            </a:r>
            <a:r>
              <a:rPr lang="en-US" dirty="0"/>
              <a:t> </a:t>
            </a:r>
            <a:r>
              <a:rPr lang="en-US" dirty="0" err="1"/>
              <a:t>ơn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chú</a:t>
            </a:r>
            <a:r>
              <a:rPr lang="en-US" dirty="0"/>
              <a:t> ý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quý</a:t>
            </a:r>
            <a:r>
              <a:rPr lang="en-US" dirty="0"/>
              <a:t> </a:t>
            </a:r>
            <a:r>
              <a:rPr lang="en-US" dirty="0" err="1"/>
              <a:t>vị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8F2AA-8EC9-2A55-9EEF-6E0FC7540024}"/>
              </a:ext>
            </a:extLst>
          </p:cNvPr>
          <p:cNvSpPr txBox="1">
            <a:spLocks/>
          </p:cNvSpPr>
          <p:nvPr/>
        </p:nvSpPr>
        <p:spPr>
          <a:xfrm>
            <a:off x="1031251" y="5921375"/>
            <a:ext cx="67482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3200" dirty="0"/>
              <a:t>Giới thiệu Đại học Cần Thơ</a:t>
            </a:r>
            <a:endParaRPr lang="en-US" sz="3200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1D94D23-CDBB-5EFD-7C2D-546473979508}"/>
              </a:ext>
            </a:extLst>
          </p:cNvPr>
          <p:cNvSpPr txBox="1">
            <a:spLocks/>
          </p:cNvSpPr>
          <p:nvPr/>
        </p:nvSpPr>
        <p:spPr>
          <a:xfrm>
            <a:off x="10631488" y="59213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b="1" kern="1200">
                <a:solidFill>
                  <a:schemeClr val="tx1"/>
                </a:solidFill>
                <a:latin typeface="K2D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22F896-40B5-4ADD-8801-0D06FADFA095}" type="slidenum">
              <a:rPr lang="en-US" sz="3600" smtClean="0"/>
              <a:pPr/>
              <a:t>14</a:t>
            </a:fld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2566278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233</TotalTime>
  <Words>616</Words>
  <Application>Microsoft Office PowerPoint</Application>
  <PresentationFormat>Widescreen</PresentationFormat>
  <Paragraphs>103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  <vt:variant>
        <vt:lpstr>Custom Shows</vt:lpstr>
      </vt:variant>
      <vt:variant>
        <vt:i4>2</vt:i4>
      </vt:variant>
    </vt:vector>
  </HeadingPairs>
  <TitlesOfParts>
    <vt:vector size="22" baseType="lpstr">
      <vt:lpstr>Arial</vt:lpstr>
      <vt:lpstr>K2D</vt:lpstr>
      <vt:lpstr>Times New Roman</vt:lpstr>
      <vt:lpstr>Tw Cen MT</vt:lpstr>
      <vt:lpstr>Wingdings</vt:lpstr>
      <vt:lpstr>Droplet</vt:lpstr>
      <vt:lpstr>ĐẠI HỌC CẦN THƠ - QUÁ TRÌNH HÌNH THÀNH VÀ PHÁT TRIỂN</vt:lpstr>
      <vt:lpstr>NỘI DUNG</vt:lpstr>
      <vt:lpstr>THỜI KỲ VIỆN ĐẠI HỌC CẦN THƠ (1966 - 1975)</vt:lpstr>
      <vt:lpstr>THỜI KỲ VIỆN ĐẠI HỌC CẦN THƠ (1966 - 1975)</vt:lpstr>
      <vt:lpstr>ĐHCT GIAI ĐOẠN TỪ NĂM 1975</vt:lpstr>
      <vt:lpstr>ĐHCT GIAI ĐOẠN TỪ NĂM 1975</vt:lpstr>
      <vt:lpstr>ĐHCT GIAI ĐOẠN TỪ NĂM 1975</vt:lpstr>
      <vt:lpstr>ĐHCT GIAI ĐOẠN TỪ NĂM 1975</vt:lpstr>
      <vt:lpstr>ĐHCT GIAI ĐOẠN TỪ NĂM 1975</vt:lpstr>
      <vt:lpstr>ĐHCT GIAI ĐOẠN TỪ NĂM 1975</vt:lpstr>
      <vt:lpstr>ĐHCT GIAI ĐOẠN TỪ NĂM 1975</vt:lpstr>
      <vt:lpstr>ĐHCT GIAI ĐOẠN TỪ NĂM 1975</vt:lpstr>
      <vt:lpstr>ĐHCT GIAI ĐOẠN TỪ NĂM 1975</vt:lpstr>
      <vt:lpstr>Cảm ơn sự chú ý của quý vị</vt:lpstr>
      <vt:lpstr>KHTN</vt:lpstr>
      <vt:lpstr>CNTT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thanhnguen2k8@gmail.com</dc:creator>
  <cp:lastModifiedBy>thanhnguen2k8@gmail.com</cp:lastModifiedBy>
  <cp:revision>4</cp:revision>
  <dcterms:created xsi:type="dcterms:W3CDTF">2026-09-20T10:01:36Z</dcterms:created>
  <dcterms:modified xsi:type="dcterms:W3CDTF">2026-09-20T13:55:09Z</dcterms:modified>
</cp:coreProperties>
</file>